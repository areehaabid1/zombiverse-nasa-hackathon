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D06F8E-DA0B-42F0-8B4D-5256024BB0B8}"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3787577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D06F8E-DA0B-42F0-8B4D-5256024BB0B8}"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4200745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CD06F8E-DA0B-42F0-8B4D-5256024BB0B8}"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3537752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D06F8E-DA0B-42F0-8B4D-5256024BB0B8}"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49111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D06F8E-DA0B-42F0-8B4D-5256024BB0B8}" type="datetimeFigureOut">
              <a:rPr lang="en-US" smtClean="0"/>
              <a:t>2/11/2026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4008058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D06F8E-DA0B-42F0-8B4D-5256024BB0B8}" type="datetimeFigureOut">
              <a:rPr lang="en-US" smtClean="0"/>
              <a:t>2/11/2026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825088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D06F8E-DA0B-42F0-8B4D-5256024BB0B8}" type="datetimeFigureOut">
              <a:rPr lang="en-US" smtClean="0"/>
              <a:t>2/11/2026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2369304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CD06F8E-DA0B-42F0-8B4D-5256024BB0B8}"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2503831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CD06F8E-DA0B-42F0-8B4D-5256024BB0B8}"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2996582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D06F8E-DA0B-42F0-8B4D-5256024BB0B8}"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1114226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D06F8E-DA0B-42F0-8B4D-5256024BB0B8}"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A98D0A-358D-443D-8D94-F6258C112934}" type="slidenum">
              <a:rPr lang="en-US" smtClean="0"/>
              <a:t>‹#›</a:t>
            </a:fld>
            <a:endParaRPr lang="en-US"/>
          </a:p>
        </p:txBody>
      </p:sp>
    </p:spTree>
    <p:extLst>
      <p:ext uri="{BB962C8B-B14F-4D97-AF65-F5344CB8AC3E}">
        <p14:creationId xmlns:p14="http://schemas.microsoft.com/office/powerpoint/2010/main" val="3885036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3000" r="-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D06F8E-DA0B-42F0-8B4D-5256024BB0B8}" type="datetimeFigureOut">
              <a:rPr lang="en-US" smtClean="0"/>
              <a:t>2/11/2026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A98D0A-358D-443D-8D94-F6258C112934}" type="slidenum">
              <a:rPr lang="en-US" smtClean="0"/>
              <a:t>‹#›</a:t>
            </a:fld>
            <a:endParaRPr lang="en-US"/>
          </a:p>
        </p:txBody>
      </p:sp>
    </p:spTree>
    <p:extLst>
      <p:ext uri="{BB962C8B-B14F-4D97-AF65-F5344CB8AC3E}">
        <p14:creationId xmlns:p14="http://schemas.microsoft.com/office/powerpoint/2010/main" val="3964535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Outer &lt;strong&gt;Space&lt;/strong&gt; Free Stock Photo - Public Domain Pictur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6381" cy="6858000"/>
          </a:xfrm>
          <a:prstGeom prst="rect">
            <a:avLst/>
          </a:prstGeom>
        </p:spPr>
      </p:pic>
      <p:sp>
        <p:nvSpPr>
          <p:cNvPr id="2" name="Title 1"/>
          <p:cNvSpPr>
            <a:spLocks noGrp="1"/>
          </p:cNvSpPr>
          <p:nvPr>
            <p:ph type="ctrTitle"/>
          </p:nvPr>
        </p:nvSpPr>
        <p:spPr/>
        <p:txBody>
          <a:bodyPr>
            <a:normAutofit/>
          </a:bodyPr>
          <a:lstStyle/>
          <a:p>
            <a:r>
              <a:rPr lang="en-US" sz="7200" b="1" dirty="0" smtClean="0">
                <a:solidFill>
                  <a:schemeClr val="bg1"/>
                </a:solidFill>
                <a:latin typeface="Berlin Sans FB" panose="020E0602020502020306" pitchFamily="34" charset="0"/>
              </a:rPr>
              <a:t>ZOMBIVERSE</a:t>
            </a:r>
            <a:endParaRPr lang="en-US" sz="7200" b="1" dirty="0">
              <a:solidFill>
                <a:schemeClr val="bg1"/>
              </a:solidFill>
              <a:latin typeface="Berlin Sans FB" panose="020E0602020502020306" pitchFamily="34" charset="0"/>
            </a:endParaRPr>
          </a:p>
        </p:txBody>
      </p:sp>
      <p:sp>
        <p:nvSpPr>
          <p:cNvPr id="3" name="Subtitle 2"/>
          <p:cNvSpPr>
            <a:spLocks noGrp="1"/>
          </p:cNvSpPr>
          <p:nvPr>
            <p:ph type="subTitle" idx="1"/>
          </p:nvPr>
        </p:nvSpPr>
        <p:spPr/>
        <p:txBody>
          <a:bodyPr/>
          <a:lstStyle/>
          <a:p>
            <a:r>
              <a:rPr lang="en-US" dirty="0" smtClean="0">
                <a:solidFill>
                  <a:srgbClr val="FF66CC"/>
                </a:solidFill>
                <a:effectLst>
                  <a:outerShdw blurRad="38100" dist="38100" dir="2700000" algn="tl">
                    <a:srgbClr val="000000">
                      <a:alpha val="43137"/>
                    </a:srgbClr>
                  </a:outerShdw>
                </a:effectLst>
                <a:latin typeface="Berlin Sans FB Demi" panose="020E0802020502020306" pitchFamily="34" charset="0"/>
              </a:rPr>
              <a:t>Survive the cosmos, one question at a time!</a:t>
            </a:r>
            <a:endParaRPr lang="en-US" dirty="0">
              <a:solidFill>
                <a:srgbClr val="FF66CC"/>
              </a:solidFill>
              <a:effectLst>
                <a:outerShdw blurRad="38100" dist="38100" dir="2700000" algn="tl">
                  <a:srgbClr val="000000">
                    <a:alpha val="43137"/>
                  </a:srgbClr>
                </a:outerShdw>
              </a:effectLst>
              <a:latin typeface="Berlin Sans FB Demi" panose="020E0802020502020306" pitchFamily="34" charset="0"/>
            </a:endParaRPr>
          </a:p>
        </p:txBody>
      </p:sp>
    </p:spTree>
    <p:extLst>
      <p:ext uri="{BB962C8B-B14F-4D97-AF65-F5344CB8AC3E}">
        <p14:creationId xmlns:p14="http://schemas.microsoft.com/office/powerpoint/2010/main" val="34278669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1"/>
                </a:solidFill>
                <a:latin typeface="Berlin Sans FB Demi" panose="020E0802020502020306" pitchFamily="34" charset="0"/>
              </a:rPr>
              <a:t>Introduction</a:t>
            </a:r>
            <a:endParaRPr lang="en-US" b="1" dirty="0">
              <a:solidFill>
                <a:schemeClr val="bg1"/>
              </a:solidFill>
              <a:latin typeface="Berlin Sans FB Demi" panose="020E0802020502020306" pitchFamily="34" charset="0"/>
            </a:endParaRPr>
          </a:p>
        </p:txBody>
      </p:sp>
      <p:sp>
        <p:nvSpPr>
          <p:cNvPr id="3" name="Content Placeholder 2"/>
          <p:cNvSpPr>
            <a:spLocks noGrp="1"/>
          </p:cNvSpPr>
          <p:nvPr>
            <p:ph idx="1"/>
          </p:nvPr>
        </p:nvSpPr>
        <p:spPr/>
        <p:txBody>
          <a:bodyPr/>
          <a:lstStyle/>
          <a:p>
            <a:r>
              <a:rPr lang="en-US" b="1" dirty="0" smtClean="0">
                <a:solidFill>
                  <a:srgbClr val="FFFF00"/>
                </a:solidFill>
                <a:latin typeface="Comic Sans MS" panose="030F0702030302020204" pitchFamily="66" charset="0"/>
              </a:rPr>
              <a:t>Welcome to </a:t>
            </a:r>
            <a:r>
              <a:rPr lang="en-US" b="1" i="1" dirty="0" err="1" smtClean="0">
                <a:solidFill>
                  <a:srgbClr val="FFFF00"/>
                </a:solidFill>
                <a:latin typeface="Comic Sans MS" panose="030F0702030302020204" pitchFamily="66" charset="0"/>
              </a:rPr>
              <a:t>Zombiverse</a:t>
            </a:r>
            <a:r>
              <a:rPr lang="en-US" b="1" dirty="0" smtClean="0">
                <a:solidFill>
                  <a:srgbClr val="FFFF00"/>
                </a:solidFill>
                <a:latin typeface="Comic Sans MS" panose="030F0702030302020204" pitchFamily="66" charset="0"/>
              </a:rPr>
              <a:t>!</a:t>
            </a:r>
            <a:br>
              <a:rPr lang="en-US" b="1" dirty="0" smtClean="0">
                <a:solidFill>
                  <a:srgbClr val="FFFF00"/>
                </a:solidFill>
                <a:latin typeface="Comic Sans MS" panose="030F0702030302020204" pitchFamily="66" charset="0"/>
              </a:rPr>
            </a:br>
            <a:r>
              <a:rPr lang="en-US" b="1" dirty="0" smtClean="0">
                <a:solidFill>
                  <a:srgbClr val="FFFF00"/>
                </a:solidFill>
                <a:latin typeface="Comic Sans MS" panose="030F0702030302020204" pitchFamily="66" charset="0"/>
              </a:rPr>
              <a:t>This is an interactive space-themed game where players explore different stars and planets while facing challenges and zombies. The game blends fun, learning, and strategy, turning coding into an engaging adventure. Players navigate through questions, life scores, and lucky charms, making every choice count. The goal? To survive, learn, and enjoy a cosmic journey through coding!</a:t>
            </a:r>
            <a:endParaRPr lang="en-US" b="1" dirty="0">
              <a:solidFill>
                <a:srgbClr val="FFFF00"/>
              </a:solidFill>
              <a:latin typeface="Comic Sans MS" panose="030F0702030302020204" pitchFamily="66" charset="0"/>
            </a:endParaRPr>
          </a:p>
        </p:txBody>
      </p:sp>
    </p:spTree>
    <p:extLst>
      <p:ext uri="{BB962C8B-B14F-4D97-AF65-F5344CB8AC3E}">
        <p14:creationId xmlns:p14="http://schemas.microsoft.com/office/powerpoint/2010/main" val="9632532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1"/>
                </a:solidFill>
                <a:latin typeface="Berlin Sans FB Demi" panose="020E0802020502020306" pitchFamily="34" charset="0"/>
              </a:rPr>
              <a:t>How To Play</a:t>
            </a:r>
            <a:endParaRPr lang="en-US" b="1" dirty="0">
              <a:solidFill>
                <a:schemeClr val="bg1"/>
              </a:solidFill>
              <a:latin typeface="Berlin Sans FB Demi" panose="020E0802020502020306" pitchFamily="34" charset="0"/>
            </a:endParaRPr>
          </a:p>
        </p:txBody>
      </p:sp>
      <p:sp>
        <p:nvSpPr>
          <p:cNvPr id="5" name="Rectangle 2"/>
          <p:cNvSpPr>
            <a:spLocks noGrp="1" noChangeArrowheads="1"/>
          </p:cNvSpPr>
          <p:nvPr>
            <p:ph idx="1"/>
          </p:nvPr>
        </p:nvSpPr>
        <p:spPr bwMode="auto">
          <a:xfrm>
            <a:off x="653473" y="1690688"/>
            <a:ext cx="1032856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FFFF00"/>
                </a:solidFill>
                <a:effectLst/>
                <a:latin typeface="Comic Sans MS" panose="030F0702030302020204" pitchFamily="66" charset="0"/>
              </a:rPr>
              <a:t>Sign up and log in. Entering incorrect credentials ends the game.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FFFF00"/>
                </a:solidFill>
                <a:effectLst/>
                <a:latin typeface="Comic Sans MS" panose="030F0702030302020204" pitchFamily="66" charset="0"/>
              </a:rPr>
              <a:t>Choose one of two stars or three planets.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FFFF00"/>
                </a:solidFill>
                <a:effectLst/>
                <a:latin typeface="Comic Sans MS" panose="030F0702030302020204" pitchFamily="66" charset="0"/>
              </a:rPr>
              <a:t>You start with 5 life points. Answer 10 questions about your chosen celestial body.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FFFF00"/>
                </a:solidFill>
                <a:effectLst/>
                <a:latin typeface="Comic Sans MS" panose="030F0702030302020204" pitchFamily="66" charset="0"/>
              </a:rPr>
              <a:t>Wrong answers reduce life by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FFFF00"/>
                </a:solidFill>
                <a:effectLst/>
                <a:latin typeface="Comic Sans MS" panose="030F0702030302020204" pitchFamily="66" charset="0"/>
              </a:rPr>
              <a:t>Lucky charms appear after questions 3 &amp; 7. If the charm shows number 5, gain 1 life!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FFFF00"/>
                </a:solidFill>
                <a:effectLst/>
                <a:latin typeface="Comic Sans MS" panose="030F0702030302020204" pitchFamily="66" charset="0"/>
              </a:rPr>
              <a:t>Survive all questions to win the game.</a:t>
            </a:r>
          </a:p>
        </p:txBody>
      </p:sp>
    </p:spTree>
    <p:extLst>
      <p:ext uri="{BB962C8B-B14F-4D97-AF65-F5344CB8AC3E}">
        <p14:creationId xmlns:p14="http://schemas.microsoft.com/office/powerpoint/2010/main" val="17733938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1"/>
                </a:solidFill>
                <a:latin typeface="Berlin Sans FB Demi" panose="020E0802020502020306" pitchFamily="34" charset="0"/>
              </a:rPr>
              <a:t>Output</a:t>
            </a:r>
            <a:endParaRPr lang="en-US" b="1" dirty="0">
              <a:solidFill>
                <a:schemeClr val="bg1"/>
              </a:solidFill>
              <a:latin typeface="Berlin Sans FB Demi" panose="020E0802020502020306" pitchFamily="34" charset="0"/>
            </a:endParaRPr>
          </a:p>
        </p:txBody>
      </p:sp>
      <p:pic>
        <p:nvPicPr>
          <p:cNvPr id="3" name="Picture 2"/>
          <p:cNvPicPr>
            <a:picLocks noChangeAspect="1"/>
          </p:cNvPicPr>
          <p:nvPr/>
        </p:nvPicPr>
        <p:blipFill rotWithShape="1">
          <a:blip r:embed="rId2"/>
          <a:srcRect l="52268" t="25743" r="25773" b="25431"/>
          <a:stretch/>
        </p:blipFill>
        <p:spPr>
          <a:xfrm>
            <a:off x="548642" y="1434164"/>
            <a:ext cx="3397716" cy="4928136"/>
          </a:xfrm>
          <a:prstGeom prst="rect">
            <a:avLst/>
          </a:prstGeom>
        </p:spPr>
      </p:pic>
      <p:pic>
        <p:nvPicPr>
          <p:cNvPr id="4" name="Picture 3"/>
          <p:cNvPicPr>
            <a:picLocks noChangeAspect="1"/>
          </p:cNvPicPr>
          <p:nvPr/>
        </p:nvPicPr>
        <p:blipFill rotWithShape="1">
          <a:blip r:embed="rId3"/>
          <a:srcRect l="52012" t="27259" r="4763" b="8632"/>
          <a:stretch/>
        </p:blipFill>
        <p:spPr>
          <a:xfrm>
            <a:off x="4589245" y="288756"/>
            <a:ext cx="6681938" cy="6400801"/>
          </a:xfrm>
          <a:prstGeom prst="rect">
            <a:avLst/>
          </a:prstGeom>
        </p:spPr>
      </p:pic>
    </p:spTree>
    <p:extLst>
      <p:ext uri="{BB962C8B-B14F-4D97-AF65-F5344CB8AC3E}">
        <p14:creationId xmlns:p14="http://schemas.microsoft.com/office/powerpoint/2010/main" val="7897429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52035" t="26118" r="4730" b="14906"/>
          <a:stretch/>
        </p:blipFill>
        <p:spPr>
          <a:xfrm>
            <a:off x="2228199" y="466680"/>
            <a:ext cx="7906815" cy="6066930"/>
          </a:xfrm>
          <a:prstGeom prst="rect">
            <a:avLst/>
          </a:prstGeom>
        </p:spPr>
      </p:pic>
    </p:spTree>
    <p:extLst>
      <p:ext uri="{BB962C8B-B14F-4D97-AF65-F5344CB8AC3E}">
        <p14:creationId xmlns:p14="http://schemas.microsoft.com/office/powerpoint/2010/main" val="30794537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52044" t="27707" r="4817" b="7664"/>
          <a:stretch/>
        </p:blipFill>
        <p:spPr>
          <a:xfrm>
            <a:off x="2263108" y="124061"/>
            <a:ext cx="7899230" cy="6656986"/>
          </a:xfrm>
          <a:prstGeom prst="rect">
            <a:avLst/>
          </a:prstGeom>
        </p:spPr>
      </p:pic>
    </p:spTree>
    <p:extLst>
      <p:ext uri="{BB962C8B-B14F-4D97-AF65-F5344CB8AC3E}">
        <p14:creationId xmlns:p14="http://schemas.microsoft.com/office/powerpoint/2010/main" val="13072996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2800" b="1" dirty="0" err="1" smtClean="0">
                <a:solidFill>
                  <a:srgbClr val="FFFF00"/>
                </a:solidFill>
                <a:latin typeface="Comic Sans MS" panose="030F0702030302020204" pitchFamily="66" charset="0"/>
              </a:rPr>
              <a:t>Zombiverse</a:t>
            </a:r>
            <a:r>
              <a:rPr lang="en-US" sz="2800" b="1" dirty="0" smtClean="0">
                <a:solidFill>
                  <a:srgbClr val="FFFF00"/>
                </a:solidFill>
                <a:latin typeface="Comic Sans MS" panose="030F0702030302020204" pitchFamily="66" charset="0"/>
              </a:rPr>
              <a:t> isn’t just a game—it makes coding approachable, interactive, and enjoyable. Players get a fun, lighthearted experience while learning and exploring, bringing smiles as they navigate the stars!</a:t>
            </a:r>
            <a:endParaRPr lang="en-US" sz="2800" b="1" dirty="0">
              <a:solidFill>
                <a:srgbClr val="FFFF00"/>
              </a:solidFill>
              <a:latin typeface="Comic Sans MS" panose="030F0702030302020204" pitchFamily="66" charset="0"/>
            </a:endParaRPr>
          </a:p>
        </p:txBody>
      </p:sp>
      <p:sp>
        <p:nvSpPr>
          <p:cNvPr id="3" name="Subtitle 2"/>
          <p:cNvSpPr>
            <a:spLocks noGrp="1"/>
          </p:cNvSpPr>
          <p:nvPr>
            <p:ph type="subTitle" idx="1"/>
          </p:nvPr>
        </p:nvSpPr>
        <p:spPr/>
        <p:txBody>
          <a:bodyPr>
            <a:normAutofit/>
          </a:bodyPr>
          <a:lstStyle/>
          <a:p>
            <a:r>
              <a:rPr lang="en-US" sz="3600" b="1" dirty="0" smtClean="0">
                <a:solidFill>
                  <a:schemeClr val="bg1"/>
                </a:solidFill>
                <a:effectLst>
                  <a:outerShdw blurRad="38100" dist="38100" dir="2700000" algn="tl">
                    <a:srgbClr val="000000">
                      <a:alpha val="43137"/>
                    </a:srgbClr>
                  </a:outerShdw>
                </a:effectLst>
                <a:latin typeface="Berlin Sans FB Demi" panose="020E0802020502020306" pitchFamily="34" charset="0"/>
              </a:rPr>
              <a:t>Thanks for checking out </a:t>
            </a:r>
            <a:r>
              <a:rPr lang="en-US" sz="3600" b="1" i="1" dirty="0" err="1" smtClean="0">
                <a:solidFill>
                  <a:schemeClr val="bg1"/>
                </a:solidFill>
                <a:effectLst>
                  <a:outerShdw blurRad="38100" dist="38100" dir="2700000" algn="tl">
                    <a:srgbClr val="000000">
                      <a:alpha val="43137"/>
                    </a:srgbClr>
                  </a:outerShdw>
                </a:effectLst>
                <a:latin typeface="Berlin Sans FB Demi" panose="020E0802020502020306" pitchFamily="34" charset="0"/>
              </a:rPr>
              <a:t>Zombiverse</a:t>
            </a:r>
            <a:r>
              <a:rPr lang="en-US" sz="3600" b="1" dirty="0" smtClean="0">
                <a:solidFill>
                  <a:schemeClr val="bg1"/>
                </a:solidFill>
                <a:effectLst>
                  <a:outerShdw blurRad="38100" dist="38100" dir="2700000" algn="tl">
                    <a:srgbClr val="000000">
                      <a:alpha val="43137"/>
                    </a:srgbClr>
                  </a:outerShdw>
                </a:effectLst>
                <a:latin typeface="Berlin Sans FB Demi" panose="020E0802020502020306" pitchFamily="34" charset="0"/>
              </a:rPr>
              <a:t>!</a:t>
            </a:r>
            <a:endParaRPr lang="en-US" sz="3600" b="1" dirty="0">
              <a:solidFill>
                <a:schemeClr val="bg1"/>
              </a:solidFill>
              <a:effectLst>
                <a:outerShdw blurRad="38100" dist="38100" dir="2700000" algn="tl">
                  <a:srgbClr val="000000">
                    <a:alpha val="43137"/>
                  </a:srgbClr>
                </a:outerShdw>
              </a:effectLst>
              <a:latin typeface="Berlin Sans FB Demi" panose="020E0802020502020306" pitchFamily="34" charset="0"/>
            </a:endParaRPr>
          </a:p>
        </p:txBody>
      </p:sp>
    </p:spTree>
    <p:extLst>
      <p:ext uri="{BB962C8B-B14F-4D97-AF65-F5344CB8AC3E}">
        <p14:creationId xmlns:p14="http://schemas.microsoft.com/office/powerpoint/2010/main" val="17497439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18221</TotalTime>
  <Words>133</Words>
  <Application>Microsoft Office PowerPoint</Application>
  <PresentationFormat>Widescreen</PresentationFormat>
  <Paragraphs>14</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Berlin Sans FB</vt:lpstr>
      <vt:lpstr>Berlin Sans FB Demi</vt:lpstr>
      <vt:lpstr>Calibri</vt:lpstr>
      <vt:lpstr>Calibri Light</vt:lpstr>
      <vt:lpstr>Comic Sans MS</vt:lpstr>
      <vt:lpstr>Office Theme</vt:lpstr>
      <vt:lpstr>ZOMBIVERSE</vt:lpstr>
      <vt:lpstr>Introduction</vt:lpstr>
      <vt:lpstr>How To Play</vt:lpstr>
      <vt:lpstr>Output</vt:lpstr>
      <vt:lpstr>PowerPoint Presentation</vt:lpstr>
      <vt:lpstr>PowerPoint Presentation</vt:lpstr>
      <vt:lpstr>Zombiverse isn’t just a game—it makes coding approachable, interactive, and enjoyable. Players get a fun, lighthearted experience while learning and exploring, bringing smiles as they navigate the stars!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ZOMBIVERSE</dc:title>
  <dc:creator>pc</dc:creator>
  <cp:lastModifiedBy>pc</cp:lastModifiedBy>
  <cp:revision>5</cp:revision>
  <dcterms:created xsi:type="dcterms:W3CDTF">2025-10-06T05:19:38Z</dcterms:created>
  <dcterms:modified xsi:type="dcterms:W3CDTF">2026-02-24T17:26:23Z</dcterms:modified>
</cp:coreProperties>
</file>